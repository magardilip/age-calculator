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 Calculator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Formative Assessment 2 (FA-2) Final Presentation</a:t>
            </a:r>
          </a:p>
          <a:p>
            <a:r>
              <a:t>Developed with React.js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Build an interactive, aesthetic Age Calculator as a Single Page Application (SPA).</a:t>
            </a:r>
          </a:p>
          <a:p>
            <a:pPr lvl="1"/>
            <a:r>
              <a:t>Accurate exact age calculation (Years, Months, Days).</a:t>
            </a:r>
          </a:p>
          <a:p>
            <a:pPr lvl="1"/>
            <a:r>
              <a:t>Modern Glassmorphism UI with Dark/Light Theme Support.</a:t>
            </a:r>
          </a:p>
          <a:p>
            <a:pPr lvl="1"/>
            <a:r>
              <a:t>Integration with external REST APIs for historical fun facts.</a:t>
            </a:r>
          </a:p>
          <a:p>
            <a:pPr lvl="1"/>
            <a:r>
              <a:t>Persistent user profiles without requiring a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Framework: React.js (Vite)</a:t>
            </a:r>
          </a:p>
          <a:p>
            <a:r>
              <a:t>Styling: Pure CSS with CSS Variables for Theming</a:t>
            </a:r>
          </a:p>
          <a:p>
            <a:r>
              <a:t>State Management: React Hooks (useState, useEffect, Context API)</a:t>
            </a:r>
          </a:p>
          <a:p>
            <a:r>
              <a:t>Data Persistence: Web LocalStorage API</a:t>
            </a:r>
          </a:p>
          <a:p>
            <a:r>
              <a:t>Deployment &amp; Hosting: Vercel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 &amp; Theming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a custom Dark/Light toggle using Context API.</a:t>
            </a:r>
          </a:p>
          <a:p>
            <a:pPr lvl="1"/>
            <a:r>
              <a:t>Global CSS Variables control the color palette seamlessly.</a:t>
            </a:r>
          </a:p>
          <a:p>
            <a:pPr lvl="1"/>
            <a:r>
              <a:t>Implemented 'Glassmorphism' effects (blurred backgrounds, translucent cards).</a:t>
            </a:r>
          </a:p>
          <a:p>
            <a:pPr lvl="1"/>
            <a:r>
              <a:t>Fully responsive layout adapting to mobile and desktop displays.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Integration: Historical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content fetching based on the user's birth year.</a:t>
            </a:r>
          </a:p>
          <a:p>
            <a:pPr lvl="1"/>
            <a:r>
              <a:t>Replaced flaky HTTP APIs with the Wikipedia REST API for reliable, HTTPS-native data.</a:t>
            </a:r>
          </a:p>
          <a:p>
            <a:pPr lvl="1"/>
            <a:r>
              <a:t>Graceful fallbacks: If fetching fails, the app generates mathematical facts algorithmically (e.g., Leap Year checks).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Profile Management (CRUD)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can Create, Read, Update, and Delete saved age profiles.</a:t>
            </a:r>
          </a:p>
          <a:p>
            <a:pPr lvl="1"/>
            <a:r>
              <a:t>Migrated from json-server to LocalStorage for complete serverless architecture.</a:t>
            </a:r>
          </a:p>
          <a:p>
            <a:pPr lvl="1"/>
            <a:r>
              <a:t>Allows the application to run as a static SPA on Vercel without a backend.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Mixed Content Errors on Vercel</a:t>
            </a:r>
          </a:p>
          <a:p>
            <a:pPr lvl="1"/>
            <a:r>
              <a:t>Solution: Migrated API usage to an HTTPS-supported Wikipedia endpoint.</a:t>
            </a:r>
          </a:p>
          <a:p>
            <a:r>
              <a:t>CSS Variable Inheritance Bugs in Light Theme</a:t>
            </a:r>
          </a:p>
          <a:p>
            <a:pPr lvl="1"/>
            <a:r>
              <a:t>Solution: Correctly scoped root color variables to the app-wrapper.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delivered a robust, fast, and aesthetically pleasing React application.</a:t>
            </a:r>
          </a:p>
          <a:p>
            <a:r>
              <a:t>Meets all FA-2 requirements including API usage and state management.</a:t>
            </a:r>
          </a:p>
          <a:p>
            <a:r>
              <a:t>Live Demo: Available on Vercel.</a:t>
            </a:r>
          </a:p>
          <a:p>
            <a:r>
              <a:t>Thank You!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